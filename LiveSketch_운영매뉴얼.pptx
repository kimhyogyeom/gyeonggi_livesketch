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418320" cy="3017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109728" cy="30175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9659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BFFF"/>
                </a:solidFill>
                <a:latin typeface="맑은 고딕"/>
              </a:rPr>
              <a:t>경기 LiveSketch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7889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맑은 고딕"/>
              </a:rPr>
              <a:t>전시 운영 매뉴얼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3832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  <a:latin typeface="맑은 고딕"/>
              </a:rPr>
              <a:t>시작 방법  ·  종료 방법  ·  오류 대처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  <a:latin typeface="맑은 고딕"/>
              </a:rPr>
              <a:t>경기도 희귀 생물 체험 전시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맑은 고딕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4466"/>
                </a:solidFill>
                <a:latin typeface="맑은 고딕"/>
              </a:rPr>
              <a:t>이 매뉴얼에서 다루는 내용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640080" cy="86868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3075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FF"/>
                </a:solidFill>
                <a:latin typeface="맑은 고딕"/>
              </a:rPr>
              <a:t>시스템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09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맑은 고딕"/>
              </a:rPr>
              <a:t>LiveSketch가 어떻게 작동하는지 간단히 설명합니다.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11430000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40280"/>
            <a:ext cx="640080" cy="8686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23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134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  <a:latin typeface="맑은 고딕"/>
              </a:rPr>
              <a:t>시작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157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맑은 고딕"/>
              </a:rPr>
              <a:t>전시 운영 전 준비 사항과 단계별 시작 절차입니다.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46120"/>
            <a:ext cx="11430000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246120"/>
            <a:ext cx="640080" cy="86868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429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3192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FF"/>
                </a:solidFill>
                <a:latin typeface="맑은 고딕"/>
              </a:rPr>
              <a:t>정상 작동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21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맑은 고딕"/>
              </a:rPr>
              <a:t>프로그램이 올바르게 동작하는지 확인하는 방법입니다.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51960"/>
            <a:ext cx="11430000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51960"/>
            <a:ext cx="640080" cy="8686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4348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맑은 고딕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3251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C00"/>
                </a:solidFill>
                <a:latin typeface="맑은 고딕"/>
              </a:rPr>
              <a:t>종료 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7274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맑은 고딕"/>
              </a:rPr>
              <a:t>전시 종료 후 안전하게 시스템을 종료하는 방법입니다.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257800"/>
            <a:ext cx="11430000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257800"/>
            <a:ext cx="640080" cy="86868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440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맑은 고딕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3309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3B3B"/>
                </a:solidFill>
                <a:latin typeface="맑은 고딕"/>
              </a:rPr>
              <a:t>오류 대처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7332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맑은 고딕"/>
              </a:rPr>
              <a:t>자주 발생하는 문제와 해결 방법을 안내합니다.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맑은 고딕"/>
              </a:rPr>
              <a:t>01  시스템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4466"/>
                </a:solidFill>
                <a:latin typeface="맑은 고딕"/>
              </a:rPr>
              <a:t>LiveSketch 작동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554480"/>
            <a:ext cx="2011680" cy="2011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0956" y="1554480"/>
            <a:ext cx="2011680" cy="41148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" y="16002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맑은 고딕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" y="20299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FFF"/>
                </a:solidFill>
                <a:latin typeface="맑은 고딕"/>
              </a:rPr>
              <a:t>학습지 스캔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" y="24231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맑은 고딕"/>
              </a:rPr>
              <a:t>스캐너로
학습지 스캔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1780" y="2286000"/>
            <a:ext cx="128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FFF"/>
                </a:solidFill>
                <a:latin typeface="맑은 고딕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39796" y="1554480"/>
            <a:ext cx="2011680" cy="2011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39796" y="1554480"/>
            <a:ext cx="2011680" cy="41148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39796" y="16002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맑은 고딕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9796" y="20299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FFF"/>
                </a:solidFill>
                <a:latin typeface="맑은 고딕"/>
              </a:rPr>
              <a:t>QR 인식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9796" y="24231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맑은 고딕"/>
              </a:rPr>
              <a:t>QR 코드로
캐릭터 식별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0620" y="2286000"/>
            <a:ext cx="128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FFF"/>
                </a:solidFill>
                <a:latin typeface="맑은 고딕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8636" y="1554480"/>
            <a:ext cx="2011680" cy="2011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8636" y="1554480"/>
            <a:ext cx="2011680" cy="41148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88636" y="16002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맑은 고딕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8636" y="20299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FFF"/>
                </a:solidFill>
                <a:latin typeface="맑은 고딕"/>
              </a:rPr>
              <a:t>색상 추출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8636" y="24231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맑은 고딕"/>
              </a:rPr>
              <a:t>채색 부분
색상 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9460" y="2286000"/>
            <a:ext cx="128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FFF"/>
                </a:solidFill>
                <a:latin typeface="맑은 고딕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37476" y="1554480"/>
            <a:ext cx="2011680" cy="2011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37476" y="1554480"/>
            <a:ext cx="2011680" cy="41148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7476" y="16002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맑은 고딕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7476" y="20299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FFF"/>
                </a:solidFill>
                <a:latin typeface="맑은 고딕"/>
              </a:rPr>
              <a:t>캐릭터 등장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7476" y="24231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맑은 고딕"/>
              </a:rPr>
              <a:t>화면에
3D 캐릭터 생성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8300" y="2286000"/>
            <a:ext cx="128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FFF"/>
                </a:solidFill>
                <a:latin typeface="맑은 고딕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86316" y="1554480"/>
            <a:ext cx="2011680" cy="2011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86316" y="1554480"/>
            <a:ext cx="2011680" cy="41148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86316" y="16002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맑은 고딕"/>
              </a:rPr>
              <a:t>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6316" y="20299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FFF"/>
                </a:solidFill>
                <a:latin typeface="맑은 고딕"/>
              </a:rPr>
              <a:t>배너 표시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6316" y="24231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맑은 고딕"/>
              </a:rPr>
              <a:t>캐릭터 이름
배너 팝업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404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  <a:latin typeface="맑은 고딕"/>
              </a:rPr>
              <a:t>학습지에 그려진 그림의 색상이 자동으로 화면 속 캐릭터에 입혀집니다.
스캐너 → PC → 화면까지 모두 자동으로 처리되므로, 운영자는 스캐너 작동만 확인하면 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937760"/>
            <a:ext cx="54864" cy="1463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029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맑은 고딕"/>
              </a:rPr>
              <a:t>📁  주요 폴더 위치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349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스캔 이미지 저장 폴더:   C:\ProgramData\LiveSketch\Scans
배경 이미지 폴더:          프로그램 옆  BackgroundImage\Use\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맑은 고딕"/>
              </a:rPr>
              <a:t>02  시작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4466"/>
                </a:solidFill>
                <a:latin typeface="맑은 고딕"/>
              </a:rPr>
              <a:t>운영 전 준비 사항 체크리스트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CC71"/>
                </a:solidFill>
                <a:latin typeface="맑은 고딕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075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맑은 고딕"/>
              </a:rPr>
              <a:t>스캐너 전원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55064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맑은 고딕"/>
              </a:rPr>
              <a:t>스캐너 전원이 켜져 있고 PC와 USB 연결되어 있는지 확인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48840"/>
            <a:ext cx="1143000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CC71"/>
                </a:solidFill>
                <a:latin typeface="맑은 고딕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219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맑은 고딕"/>
              </a:rPr>
              <a:t>PC 전원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69464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맑은 고딕"/>
              </a:rPr>
              <a:t>모니터(전시 화면)와 PC 전원이 켜져 있는지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63240"/>
            <a:ext cx="1143000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CC71"/>
                </a:solidFill>
                <a:latin typeface="맑은 고딕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1363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맑은 고딕"/>
              </a:rPr>
              <a:t>스캔 소프트웨어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483864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맑은 고딕"/>
              </a:rPr>
              <a:t>스캐너 전용 소프트웨어가 열려 있는지 확인 (EPSON Scan 등)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40"/>
            <a:ext cx="1143000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CC71"/>
                </a:solidFill>
                <a:latin typeface="맑은 고딕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507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맑은 고딕"/>
              </a:rPr>
              <a:t>배경 이미지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98264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맑은 고딕"/>
              </a:rPr>
              <a:t>BackgroundImage\Use\ 폴더에 배경 이미지가 있는지 확인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892040"/>
            <a:ext cx="1143000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CC71"/>
                </a:solidFill>
                <a:latin typeface="맑은 고딕"/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9651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맑은 고딕"/>
              </a:rPr>
              <a:t>학습지 준비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312664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맑은 고딕"/>
              </a:rPr>
              <a:t>QR 코드가 인쇄된 채색 학습지가 준비되어 있는지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BBCC"/>
                </a:solidFill>
                <a:latin typeface="맑은 고딕"/>
              </a:rPr>
              <a:t>위 항목을 모두 확인했으면 다음 슬라이드의 시작 절차를 따라주세요.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맑은 고딕"/>
              </a:rPr>
              <a:t>02  시작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4466"/>
                </a:solidFill>
                <a:latin typeface="맑은 고딕"/>
              </a:rPr>
              <a:t>단계별 실행 절차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486400" cy="1234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0" cy="12344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25880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맑은 고딕"/>
              </a:rPr>
              <a:t>LiveSketch 프로그램 실행
바탕화면의 'LiveSketch' 아이콘을 더블클릭합니다.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78608"/>
            <a:ext cx="5486400" cy="1234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578608"/>
            <a:ext cx="548640" cy="12344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7614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70048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맑은 고딕"/>
              </a:rPr>
              <a:t>배경 화면 확인
전시 화면에 배경 이미지가 슬라이드쇼로 나타나면 정상입니다.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22776"/>
            <a:ext cx="5486400" cy="1234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922776"/>
            <a:ext cx="548640" cy="12344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10565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14216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맑은 고딕"/>
              </a:rPr>
              <a:t>스캐너 연결 확인
스캐너 소프트웨어에서 스캐너가 '준비됨' 상태인지 확인합니다.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234440"/>
            <a:ext cx="5486400" cy="15544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234440"/>
            <a:ext cx="548640" cy="155448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325880"/>
            <a:ext cx="4800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맑은 고딕"/>
              </a:rPr>
              <a:t>학습지 스캔
QR 코드가 오른쪽 상단에 오도록 학습지를 스캐너 유리판에 올립니다.
스캔 버튼을 눌러 스캔합니다.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898648"/>
            <a:ext cx="5486400" cy="15544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898648"/>
            <a:ext cx="548640" cy="155448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0815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990088"/>
            <a:ext cx="4800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맑은 고딕"/>
              </a:rPr>
              <a:t>캐릭터 등장 확인
전시 화면에 캐릭터 배너가 뜨고 잠시 후 캐릭터가 나타납니다.
색상이 올바르게 입혀지면 성공입니다!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700"/>
                </a:solidFill>
                <a:latin typeface="맑은 고딕"/>
              </a:rPr>
              <a:t>🔑  QR 코드가 오른쪽 상단이 되도록 학습지를 놓는 것이 가장 중요합니다!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맑은 고딕"/>
              </a:rPr>
              <a:t>03  정상 작동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4466"/>
                </a:solidFill>
                <a:latin typeface="맑은 고딕"/>
              </a:rPr>
              <a:t>이렇게 보이면 올바르게 작동하는 것입니다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486400" cy="1325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" cy="1325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맑은 고딕"/>
              </a:rPr>
              <a:t>🖼️  배경 슬라이드쇼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전시 화면에 배경 이미지가 일정 간격으로 자연스럽게 전환됩니다.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5486400" cy="1325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54864" cy="1325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맑은 고딕"/>
              </a:rPr>
              <a:t>📢  캐릭터 배너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스캔 후 오른쪽에서 캐릭터 이름 배너가 부드럽게 나타났다 사라집니다.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5486400" cy="1325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743200"/>
            <a:ext cx="54864" cy="1325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맑은 고딕"/>
              </a:rPr>
              <a:t>🐸  캐릭터 등장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461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배너 후 3D 캐릭터가 화면에 나타나고 자연스럽게 움직입니다.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743200"/>
            <a:ext cx="5486400" cy="1325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743200"/>
            <a:ext cx="54864" cy="1325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맑은 고딕"/>
              </a:rPr>
              <a:t>🎨  색상 적용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461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학습지에 칠한 색상이 화면 속 캐릭터에 그대로 입혀집니다.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51960"/>
            <a:ext cx="5486400" cy="1325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251960"/>
            <a:ext cx="54864" cy="1325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맑은 고딕"/>
              </a:rPr>
              <a:t>🔊  효과음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5488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캐릭터 등장 시 효과음이 재생됩니다. (스피커 볼륨 확인)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51276" y="4251960"/>
            <a:ext cx="5486400" cy="1325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1276" y="4251960"/>
            <a:ext cx="54864" cy="1325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34156" y="4343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맑은 고딕"/>
              </a:rPr>
              <a:t>🔊  효과음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4156" y="475488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캐릭터 등장 시 효과음이 재생됩니다. (스피커 볼륨 확인)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맑은 고딕"/>
              </a:rPr>
              <a:t>04  종료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4466"/>
                </a:solidFill>
                <a:latin typeface="맑은 고딕"/>
              </a:rPr>
              <a:t>전시 종료 후 안전한 시스템 종료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234440"/>
            <a:ext cx="9418320" cy="1234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234440"/>
            <a:ext cx="548640" cy="1234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25880"/>
            <a:ext cx="8732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맑은 고딕"/>
              </a:rPr>
              <a:t>LiveSketch 프로그램 종료
화면 오른쪽 상단의 ✕ 버튼 클릭 또는 Alt + F4 키를 누릅니다.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633472"/>
            <a:ext cx="9418320" cy="1234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2633472"/>
            <a:ext cx="548640" cy="1234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8163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724912"/>
            <a:ext cx="8732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맑은 고딕"/>
              </a:rPr>
              <a:t>스캐너 소프트웨어 종료
스캐너 전용 소프트웨어를 닫습니다.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032504"/>
            <a:ext cx="9418320" cy="1234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4032504"/>
            <a:ext cx="548640" cy="1234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21538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123944"/>
            <a:ext cx="8732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맑은 고딕"/>
              </a:rPr>
              <a:t>스캐너 전원 끄기
스캐너 전원 버튼을 눌러 끕니다.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992624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BBCC"/>
                </a:solidFill>
                <a:latin typeface="맑은 고딕"/>
              </a:rPr>
              <a:t>※ USB 케이블은 뽑지 않아도 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431536"/>
            <a:ext cx="9418320" cy="1234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431536"/>
            <a:ext cx="548640" cy="1234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6144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522976"/>
            <a:ext cx="8732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맑은 고딕"/>
              </a:rPr>
              <a:t>PC 종료
시작 → 전원 → 시스템 종료를 선택합니다.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6391656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BBCC"/>
                </a:solidFill>
                <a:latin typeface="맑은 고딕"/>
              </a:rPr>
              <a:t>※ 화면이 꺼진 것을 확인한 후 자리를 비우세요.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715000"/>
            <a:ext cx="1143000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715000"/>
            <a:ext cx="54864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833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맑은 고딕"/>
              </a:rPr>
              <a:t>⚠️  스캐너 유리판에 학습지가 남아있지 않은지 확인 후 종료하세요.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맑은 고딕"/>
              </a:rPr>
              <a:t>05  오류 대처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4466"/>
                </a:solidFill>
                <a:latin typeface="맑은 고딕"/>
              </a:rPr>
              <a:t>QR 코드 인식 실패  /  캐릭터가 나타나지 않음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486400" cy="258775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" cy="2587752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07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3B3B"/>
                </a:solidFill>
                <a:latin typeface="맑은 고딕"/>
              </a:rPr>
              <a:t>🔲  QR 코드를 인식하지 못함 (캐릭터가 안 나옴)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1848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C00"/>
                </a:solidFill>
                <a:latin typeface="맑은 고딕"/>
              </a:rPr>
              <a:t>▸ 학습지 방향이 잘못됨 (QR이 오른쪽 상단이 아님)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65376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C00"/>
                </a:solidFill>
                <a:latin typeface="맑은 고딕"/>
              </a:rPr>
              <a:t>▸ QR 코드 위에 낙서/오염이 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1226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C00"/>
                </a:solidFill>
                <a:latin typeface="맑은 고딕"/>
              </a:rPr>
              <a:t>▸ 스캔 해상도가 너무 낮음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0487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맑은 고딕"/>
              </a:rPr>
              <a:t>✔ 학습지를 QR 코드가 오른쪽 상단이 되도록 다시 놓기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맑은 고딕"/>
              </a:rPr>
              <a:t>✔ QR 코드 주변을 깨끗하게 닦기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맑은 고딕"/>
              </a:rPr>
              <a:t>✔ 스캐너 소프트웨어에서 해상도 300 DPI 이상으로 설정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45536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맑은 고딕"/>
              </a:rPr>
              <a:t>✔ 다시 스캔 시도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234440"/>
            <a:ext cx="5486400" cy="258775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234440"/>
            <a:ext cx="54864" cy="2587752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307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3B3B"/>
                </a:solidFill>
                <a:latin typeface="맑은 고딕"/>
              </a:rPr>
              <a:t>🐾  캐릭터가 화면에 등장하지 않음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61848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C00"/>
                </a:solidFill>
                <a:latin typeface="맑은 고딕"/>
              </a:rPr>
              <a:t>▸ 프로그램이 스캔 파일을 아직 처리 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65376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C00"/>
                </a:solidFill>
                <a:latin typeface="맑은 고딕"/>
              </a:rPr>
              <a:t>▸ 스캔 폴더 경로가 잘못 설정됨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11226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C00"/>
                </a:solidFill>
                <a:latin typeface="맑은 고딕"/>
              </a:rPr>
              <a:t>▸ 스캐너 소프트웨어가 지정 폴더에 저장 안 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0487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맑은 고딕"/>
              </a:rPr>
              <a:t>✔ 스캔 후 5~10초 대기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5176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맑은 고딕"/>
              </a:rPr>
              <a:t>✔ 스캐너 저장 폴더 확인: C:\ProgramData\LiveSketch\Scans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89864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맑은 고딕"/>
              </a:rPr>
              <a:t>✔ 폴더에 최근 JPG 파일이 생성되는지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145536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맑은 고딕"/>
              </a:rPr>
              <a:t>✔ 프로그램 재시작 후 다시 스캔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20640"/>
            <a:ext cx="11430000" cy="1371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120640"/>
            <a:ext cx="54864" cy="13716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663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FFF"/>
                </a:solidFill>
                <a:latin typeface="맑은 고딕"/>
              </a:rPr>
              <a:t>💡  공통 해결 방법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532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1. 프로그램을 완전히 종료(Alt+F4) 후 다시 실행    2. PC를 재시작하면 대부분의 문제가 해결됩니다.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맑은 고딕"/>
              </a:rPr>
              <a:t>05  오류 대처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4466"/>
                </a:solidFill>
                <a:latin typeface="맑은 고딕"/>
              </a:rPr>
              <a:t>색상이 이상함  /  배경 이미지가 바뀌지 않음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486400" cy="258775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" cy="2587752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07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3B3B"/>
                </a:solidFill>
                <a:latin typeface="맑은 고딕"/>
              </a:rPr>
              <a:t>🎨  캐릭터 색상이 이상하게 입혀짐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1848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C00"/>
                </a:solidFill>
                <a:latin typeface="맑은 고딕"/>
              </a:rPr>
              <a:t>▸ 유리판에 먼지/지문이 있음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65376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C00"/>
                </a:solidFill>
                <a:latin typeface="맑은 고딕"/>
              </a:rPr>
              <a:t>▸ 학습지가 기울어져 스캔됨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1226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C00"/>
                </a:solidFill>
                <a:latin typeface="맑은 고딕"/>
              </a:rPr>
              <a:t>▸ 색이 너무 연하게 칠해짐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0487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맑은 고딕"/>
              </a:rPr>
              <a:t>✔ 스캐너 유리판을 부드러운 천으로 닦기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맑은 고딕"/>
              </a:rPr>
              <a:t>✔ 학습지를 유리판 모서리에 맞춰 바르게 놓기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맑은 고딕"/>
              </a:rPr>
              <a:t>✔ 색을 좀 더 진하게 채색한 학습지로 다시 시도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45536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맑은 고딕"/>
              </a:rPr>
              <a:t>✔ 다시 스캔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234440"/>
            <a:ext cx="5486400" cy="2331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234440"/>
            <a:ext cx="54864" cy="233172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307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3B3B"/>
                </a:solidFill>
                <a:latin typeface="맑은 고딕"/>
              </a:rPr>
              <a:t>🖼️  배경 이미지가 변경되지 않음 / 검은 화면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61848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C00"/>
                </a:solidFill>
                <a:latin typeface="맑은 고딕"/>
              </a:rPr>
              <a:t>▸ BackgroundImage\Use\ 폴더가 비어 있음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65376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C00"/>
                </a:solidFill>
                <a:latin typeface="맑은 고딕"/>
              </a:rPr>
              <a:t>▸ 지원하지 않는 이미지 형식 사용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11226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C00"/>
                </a:solidFill>
                <a:latin typeface="맑은 고딕"/>
              </a:rPr>
              <a:t>▸ 파일 이름에 한글/특수문자 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0487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맑은 고딕"/>
              </a:rPr>
              <a:t>✔ BackgroundImage\Use\ 폴더에 JPG 또는 PNG 이미지 추가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5176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맑은 고딕"/>
              </a:rPr>
              <a:t>✔ 파일 이름을 영문/숫자로 변경 (예: bg01.jpg)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89864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맑은 고딕"/>
              </a:rPr>
              <a:t>✔ 프로그램 재시작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572000"/>
            <a:ext cx="11430000" cy="1920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572000"/>
            <a:ext cx="54864" cy="1920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6451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맑은 고딕"/>
              </a:rPr>
              <a:t>📁  배경 이미지 관리 방법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029200"/>
            <a:ext cx="10972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• 보관 폴더:  BackgroundImage\Resource\  (여기에 원본 저장)
• 표시 폴더:  BackgroundImage\Use\  (여기 있는 이미지만 화면에 표시)
• Resource에서 Use로 이미지를 복사/이동하면 다음 실행부터 표시됩니다.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맑은 고딕"/>
              </a:rPr>
              <a:t>05  오류 대처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4466"/>
                </a:solidFill>
                <a:latin typeface="맑은 고딕"/>
              </a:rPr>
              <a:t>프로그램 응답 없음  /  긴급 재시작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4297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" cy="429768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3B3B"/>
                </a:solidFill>
                <a:latin typeface="맑은 고딕"/>
              </a:rPr>
              <a:t>🔴  프로그램 강제 종료 방법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65760" cy="384048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2880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Ctrl + Alt + Del  키를 동시에 누릅니다.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31720"/>
            <a:ext cx="365760" cy="384048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591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7744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'작업 관리자 열기'를 클릭합니다.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80360"/>
            <a:ext cx="365760" cy="384048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0779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목록에서 'LiveSketch' 를 찾아 클릭합니다.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365760" cy="384048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5643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47472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오른쪽 클릭 → '작업 끝내기' 를 선택합니다.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77640"/>
            <a:ext cx="365760" cy="384048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0507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02336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바탕화면으로 돌아온 뒤 프로그램을 다시 실행합니다.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234440"/>
            <a:ext cx="5669280" cy="4297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1234440"/>
            <a:ext cx="54864" cy="42976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3258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C00"/>
                </a:solidFill>
                <a:latin typeface="맑은 고딕"/>
              </a:rPr>
              <a:t>🔄  PC 완전 재시작 (최후 수단)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783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  <a:latin typeface="맑은 고딕"/>
              </a:rPr>
              <a:t>강제종료가 안 될 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1031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맑은 고딕"/>
              </a:rPr>
              <a:t>PC 전원 버튼을 5초간 길게 눌러 강제 종료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606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  <a:latin typeface="맑은 고딕"/>
              </a:rPr>
              <a:t>재시작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9260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맑은 고딕"/>
              </a:rPr>
              <a:t>시작 → 전원 → 다시 시작 선택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429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  <a:latin typeface="맑은 고딕"/>
              </a:rPr>
              <a:t>부팅 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7490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맑은 고딕"/>
              </a:rPr>
              <a:t>LiveSketch 프로그램을 다시 실행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251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  <a:latin typeface="맑은 고딕"/>
              </a:rPr>
              <a:t>여전히 문제 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5720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맑은 고딕"/>
              </a:rPr>
              <a:t>담당자에게 연락 (다음 페이지 참조)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1143000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5715000"/>
            <a:ext cx="54864" cy="77724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8064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700"/>
                </a:solidFill>
                <a:latin typeface="맑은 고딕"/>
              </a:rPr>
              <a:t>⚠️  PC를 강제 종료한 경우, 다음 실행 시 디스크 검사가 진행될 수 있습니다. 검사가 끝날 때까지 기다려 주세요.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맑은 고딕"/>
              </a:rPr>
              <a:t>05  오류 대처 ─ 요약표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4466"/>
                </a:solidFill>
                <a:latin typeface="맑은 고딕"/>
              </a:rPr>
              <a:t>빠른 참조용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926080" cy="5943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맑은 고딕"/>
              </a:rPr>
              <a:t>증상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234440"/>
            <a:ext cx="3200400" cy="5943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32588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맑은 고딕"/>
              </a:rPr>
              <a:t>원인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234440"/>
            <a:ext cx="5029200" cy="5943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32588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맑은 고딕"/>
              </a:rPr>
              <a:t>해결 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28800"/>
            <a:ext cx="2926080" cy="5943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2024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캐릭터가 안 나옴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828800"/>
            <a:ext cx="3200400" cy="5943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92024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C00"/>
                </a:solidFill>
                <a:latin typeface="맑은 고딕"/>
              </a:rPr>
              <a:t>QR 방향 오류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828800"/>
            <a:ext cx="5029200" cy="5943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92024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  <a:latin typeface="맑은 고딕"/>
              </a:rPr>
              <a:t>학습지 방향 확인 (QR = 오른쪽 상단)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23160"/>
            <a:ext cx="2926080" cy="59436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51460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캐릭터가 안 나옴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2423160"/>
            <a:ext cx="3200400" cy="59436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51460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C00"/>
                </a:solidFill>
                <a:latin typeface="맑은 고딕"/>
              </a:rPr>
              <a:t>스캔 폴더 문제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2423160"/>
            <a:ext cx="5029200" cy="59436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251460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  <a:latin typeface="맑은 고딕"/>
              </a:rPr>
              <a:t>저장 폴더 확인 후 재스캔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017520"/>
            <a:ext cx="2926080" cy="5943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10896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색상이 이상함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3017520"/>
            <a:ext cx="3200400" cy="5943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31089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C00"/>
                </a:solidFill>
                <a:latin typeface="맑은 고딕"/>
              </a:rPr>
              <a:t>유리판 오염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3017520"/>
            <a:ext cx="5029200" cy="5943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310896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  <a:latin typeface="맑은 고딕"/>
              </a:rPr>
              <a:t>유리판 닦고 다시 스캔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611880"/>
            <a:ext cx="2926080" cy="59436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70332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색상이 이상함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3611880"/>
            <a:ext cx="3200400" cy="59436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370332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C00"/>
                </a:solidFill>
                <a:latin typeface="맑은 고딕"/>
              </a:rPr>
              <a:t>기울어진 스캔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3611880"/>
            <a:ext cx="5029200" cy="59436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370332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  <a:latin typeface="맑은 고딕"/>
              </a:rPr>
              <a:t>학습지 바르게 놓고 재스캔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206240"/>
            <a:ext cx="2926080" cy="5943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29768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배경이 없음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4206240"/>
            <a:ext cx="3200400" cy="5943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42976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C00"/>
                </a:solidFill>
                <a:latin typeface="맑은 고딕"/>
              </a:rPr>
              <a:t>이미지 폴더 비어 있음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4206240"/>
            <a:ext cx="5029200" cy="5943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429768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  <a:latin typeface="맑은 고딕"/>
              </a:rPr>
              <a:t>Use 폴더에 JPG 이미지 추가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800600"/>
            <a:ext cx="2926080" cy="59436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89204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프로그램 멈춤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80" y="4800600"/>
            <a:ext cx="3200400" cy="59436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0" y="489204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C00"/>
                </a:solidFill>
                <a:latin typeface="맑은 고딕"/>
              </a:rPr>
              <a:t>메모리/오류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4800600"/>
            <a:ext cx="5029200" cy="59436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0" y="489204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  <a:latin typeface="맑은 고딕"/>
              </a:rPr>
              <a:t>작업 관리자로 강제 종료 후 재실행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1264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BBCC"/>
                </a:solidFill>
                <a:latin typeface="맑은 고딕"/>
              </a:rPr>
              <a:t>위 방법으로 해결되지 않으면 담당 기술자에게 연락하세요.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46304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BBCC"/>
                </a:solidFill>
                <a:latin typeface="맑은 고딕"/>
              </a:rPr>
              <a:t>이 매뉴얼을 참고하여 원활한 전시 운영 부탁드립니다.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1031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BFFF"/>
                </a:solidFill>
                <a:latin typeface="맑은 고딕"/>
              </a:rPr>
              <a:t>경기 LiveSketch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718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맑은 고딕"/>
              </a:rPr>
              <a:t>전시 운영 매뉴얼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3840480"/>
            <a:ext cx="6309360" cy="2103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0" y="384048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393192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FFF"/>
                </a:solidFill>
                <a:latin typeface="맑은 고딕"/>
              </a:rPr>
              <a:t>📞  담당 기술자 연락처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343400"/>
            <a:ext cx="5760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  <a:latin typeface="맑은 고딕"/>
              </a:rPr>
              <a:t>이름:  ___________________________
전화:  ___________________________
이메일: __________________________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